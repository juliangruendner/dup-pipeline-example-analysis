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48" r:id="rId5"/>
  </p:sldMasterIdLst>
  <p:notesMasterIdLst>
    <p:notesMasterId r:id="rId7"/>
  </p:notesMasterIdLst>
  <p:handoutMasterIdLst>
    <p:handoutMasterId r:id="rId8"/>
  </p:handoutMasterIdLst>
  <p:sldIdLst>
    <p:sldId id="277" r:id="rId6"/>
  </p:sldIdLst>
  <p:sldSz cx="12195175" cy="6858000"/>
  <p:notesSz cx="9686925" cy="6858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ndardabschnitt" id="{71B5CE85-C81A-4A73-A45F-4715296084E6}">
          <p14:sldIdLst>
            <p14:sldId id="27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3884">
          <p15:clr>
            <a:srgbClr val="A4A3A4"/>
          </p15:clr>
        </p15:guide>
        <p15:guide id="2" orient="horz" pos="935">
          <p15:clr>
            <a:srgbClr val="A4A3A4"/>
          </p15:clr>
        </p15:guide>
        <p15:guide id="3" orient="horz" pos="255">
          <p15:clr>
            <a:srgbClr val="A4A3A4"/>
          </p15:clr>
        </p15:guide>
        <p15:guide id="4" orient="horz" pos="4065">
          <p15:clr>
            <a:srgbClr val="A4A3A4"/>
          </p15:clr>
        </p15:guide>
        <p15:guide id="5" orient="horz" pos="663">
          <p15:clr>
            <a:srgbClr val="A4A3A4"/>
          </p15:clr>
        </p15:guide>
        <p15:guide id="6" orient="horz" pos="1389">
          <p15:clr>
            <a:srgbClr val="A4A3A4"/>
          </p15:clr>
        </p15:guide>
        <p15:guide id="7" orient="horz">
          <p15:clr>
            <a:srgbClr val="A4A3A4"/>
          </p15:clr>
        </p15:guide>
        <p15:guide id="8" pos="3538">
          <p15:clr>
            <a:srgbClr val="A4A3A4"/>
          </p15:clr>
        </p15:guide>
        <p15:guide id="9" pos="7410">
          <p15:clr>
            <a:srgbClr val="A4A3A4"/>
          </p15:clr>
        </p15:guide>
        <p15:guide id="10" pos="272">
          <p15:clr>
            <a:srgbClr val="A4A3A4"/>
          </p15:clr>
        </p15:guide>
        <p15:guide id="11" pos="3660">
          <p15:clr>
            <a:srgbClr val="A4A3A4"/>
          </p15:clr>
        </p15:guide>
        <p15:guide id="12" pos="756">
          <p15:clr>
            <a:srgbClr val="A4A3A4"/>
          </p15:clr>
        </p15:guide>
        <p15:guide id="13" pos="644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60">
          <p15:clr>
            <a:srgbClr val="A4A3A4"/>
          </p15:clr>
        </p15:guide>
        <p15:guide id="2" pos="305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ximilian Kurscheidt" initials="MK" lastIdx="4" clrIdx="0">
    <p:extLst>
      <p:ext uri="{19B8F6BF-5375-455C-9EA6-DF929625EA0E}">
        <p15:presenceInfo xmlns:p15="http://schemas.microsoft.com/office/powerpoint/2012/main" userId="7181260f882af4b2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3C11F"/>
    <a:srgbClr val="567AAE"/>
    <a:srgbClr val="E1D5E7"/>
    <a:srgbClr val="94C219"/>
    <a:srgbClr val="777D89"/>
    <a:srgbClr val="93C11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266"/>
    <p:restoredTop sz="94694"/>
  </p:normalViewPr>
  <p:slideViewPr>
    <p:cSldViewPr snapToObjects="1" showGuides="1">
      <p:cViewPr varScale="1">
        <p:scale>
          <a:sx n="121" d="100"/>
          <a:sy n="121" d="100"/>
        </p:scale>
        <p:origin x="1400" y="176"/>
      </p:cViewPr>
      <p:guideLst>
        <p:guide orient="horz" pos="3884"/>
        <p:guide orient="horz" pos="935"/>
        <p:guide orient="horz" pos="255"/>
        <p:guide orient="horz" pos="4065"/>
        <p:guide orient="horz" pos="663"/>
        <p:guide orient="horz" pos="1389"/>
        <p:guide orient="horz"/>
        <p:guide pos="3538"/>
        <p:guide pos="7410"/>
        <p:guide pos="272"/>
        <p:guide pos="3660"/>
        <p:guide pos="756"/>
        <p:guide pos="6442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Objects="1">
      <p:cViewPr varScale="1">
        <p:scale>
          <a:sx n="228" d="100"/>
          <a:sy n="228" d="100"/>
        </p:scale>
        <p:origin x="2088" y="176"/>
      </p:cViewPr>
      <p:guideLst>
        <p:guide orient="horz" pos="2160"/>
        <p:guide pos="305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viewProps" Target="viewProps.xml"/><Relationship Id="rId5" Type="http://schemas.openxmlformats.org/officeDocument/2006/relationships/slideMaster" Target="slideMasters/slideMaster1.xml"/><Relationship Id="rId10" Type="http://schemas.openxmlformats.org/officeDocument/2006/relationships/presProps" Target="presProps.xml"/><Relationship Id="rId4" Type="http://schemas.openxmlformats.org/officeDocument/2006/relationships/customXml" Target="../customXml/item4.xml"/><Relationship Id="rId9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4197667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5487017" y="0"/>
            <a:ext cx="4197667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26E71C-0FA8-4642-BA43-82C1258435A2}" type="datetimeFigureOut">
              <a:rPr lang="en-GB" smtClean="0"/>
              <a:t>25/09/2026</a:t>
            </a:fld>
            <a:endParaRPr lang="en-GB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1" y="6513910"/>
            <a:ext cx="4197667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5487017" y="6513910"/>
            <a:ext cx="4197667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BA0B67-7665-435C-A12E-A53B0EC7E4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098064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4197667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5487017" y="0"/>
            <a:ext cx="4197667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EE0A49-4772-4A6D-BB51-D9EFC50D5EC0}" type="datetimeFigureOut">
              <a:rPr lang="de-DE" smtClean="0"/>
              <a:t>25.09.26</a:t>
            </a:fld>
            <a:endParaRPr lang="de-DE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2557463" y="51435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 dirty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968693" y="3257549"/>
            <a:ext cx="774954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1" y="6513910"/>
            <a:ext cx="4197667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5487017" y="6513910"/>
            <a:ext cx="4197667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6FFEEE-1BD5-4546-BD1F-EF73AB3B5597}" type="slidenum">
              <a:rPr lang="de-DE" smtClean="0"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814815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200465" y="1484784"/>
            <a:ext cx="9025699" cy="1224136"/>
          </a:xfrm>
        </p:spPr>
        <p:txBody>
          <a:bodyPr anchor="b" anchorCtr="0"/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GB"/>
              <a:t>Click to edit Master title style</a:t>
            </a:r>
            <a:endParaRPr lang="de-DE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200467" y="2708919"/>
            <a:ext cx="9025700" cy="2808000"/>
          </a:xfrm>
        </p:spPr>
        <p:txBody>
          <a:bodyPr/>
          <a:lstStyle>
            <a:lvl1pPr marL="0" indent="0" algn="l">
              <a:lnSpc>
                <a:spcPct val="114000"/>
              </a:lnSpc>
              <a:spcAft>
                <a:spcPts val="0"/>
              </a:spcAft>
              <a:buNone/>
              <a:defRPr sz="2400">
                <a:solidFill>
                  <a:schemeClr val="tx1"/>
                </a:solidFill>
              </a:defRPr>
            </a:lvl1pPr>
            <a:lvl2pPr marL="0" indent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solidFill>
                  <a:schemeClr val="tx1"/>
                </a:solidFill>
              </a:defRPr>
            </a:lvl2pPr>
            <a:lvl3pPr marL="0" indent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solidFill>
                  <a:schemeClr val="tx1"/>
                </a:solidFill>
              </a:defRPr>
            </a:lvl3pPr>
            <a:lvl4pPr marL="0" indent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solidFill>
                  <a:schemeClr val="tx1"/>
                </a:solidFill>
              </a:defRPr>
            </a:lvl4pPr>
            <a:lvl5pPr marL="0" indent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solidFill>
                  <a:schemeClr val="tx1"/>
                </a:solidFill>
              </a:defRPr>
            </a:lvl5pPr>
            <a:lvl6pPr marL="0" indent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solidFill>
                  <a:schemeClr val="tx1"/>
                </a:solidFill>
              </a:defRPr>
            </a:lvl6pPr>
            <a:lvl7pPr marL="0" indent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solidFill>
                  <a:schemeClr val="tx1"/>
                </a:solidFill>
              </a:defRPr>
            </a:lvl7pPr>
            <a:lvl8pPr marL="0" indent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solidFill>
                  <a:schemeClr val="tx1"/>
                </a:solidFill>
              </a:defRPr>
            </a:lvl8pPr>
            <a:lvl9pPr marL="0" indent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solidFill>
                  <a:schemeClr val="tx1"/>
                </a:solidFill>
              </a:defRPr>
            </a:lvl9pPr>
          </a:lstStyle>
          <a:p>
            <a:pPr lvl="0"/>
            <a:r>
              <a:rPr lang="en-GB"/>
              <a:t>Click to edit Master subtitle style</a:t>
            </a:r>
            <a:endParaRPr lang="de-DE" dirty="0"/>
          </a:p>
        </p:txBody>
      </p:sp>
      <p:sp>
        <p:nvSpPr>
          <p:cNvPr id="8" name="Foliennummernplatzhalt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de-DE" dirty="0"/>
              <a:t>Seite </a:t>
            </a:r>
            <a:fld id="{58FA38BC-A049-40DE-8A36-69D83E2CCE55}" type="slidenum">
              <a:rPr lang="de-DE" smtClean="0"/>
              <a:pPr/>
              <a:t>‹#›</a:t>
            </a:fld>
            <a:endParaRPr lang="de-DE" dirty="0"/>
          </a:p>
        </p:txBody>
      </p:sp>
      <p:pic>
        <p:nvPicPr>
          <p:cNvPr id="4" name="Grafik 3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52" r="21734" b="18768"/>
          <a:stretch/>
        </p:blipFill>
        <p:spPr>
          <a:xfrm>
            <a:off x="10557546" y="5311992"/>
            <a:ext cx="1151578" cy="925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28729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000" b="0"/>
            </a:lvl1pPr>
            <a:lvl2pPr>
              <a:defRPr sz="2400" b="1"/>
            </a:lvl2pPr>
            <a:lvl5pPr>
              <a:defRPr/>
            </a:lvl5pPr>
            <a:lvl6pPr>
              <a:buAutoNum type="arabicPeriod"/>
              <a:defRPr/>
            </a:lvl6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FDPG Dataportal | Julian Gründner | 08.07.2025</a:t>
            </a:r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 noProof="0" dirty="0"/>
              <a:t>Seite </a:t>
            </a:r>
            <a:fld id="{58FA38BC-A049-40DE-8A36-69D83E2CCE55}" type="slidenum">
              <a:rPr lang="de-DE" noProof="0" smtClean="0"/>
              <a:pPr/>
              <a:t>‹#›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24625740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e-DE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FDPG Dataportal | Julian Gründner | 08.07.2025</a:t>
            </a:r>
            <a:endParaRPr lang="de-DE" dirty="0"/>
          </a:p>
        </p:txBody>
      </p:sp>
      <p:sp>
        <p:nvSpPr>
          <p:cNvPr id="8" name="Foliennummernplatzhalt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 noProof="0" dirty="0"/>
              <a:t>Seite </a:t>
            </a:r>
            <a:fld id="{58FA38BC-A049-40DE-8A36-69D83E2CCE55}" type="slidenum">
              <a:rPr lang="de-DE" noProof="0" smtClean="0"/>
              <a:pPr/>
              <a:t>‹#›</a:t>
            </a:fld>
            <a:endParaRPr lang="de-DE" noProof="0" dirty="0"/>
          </a:p>
        </p:txBody>
      </p:sp>
      <p:sp>
        <p:nvSpPr>
          <p:cNvPr id="10" name="Inhaltsplatzhalter 9"/>
          <p:cNvSpPr>
            <a:spLocks noGrp="1"/>
          </p:cNvSpPr>
          <p:nvPr>
            <p:ph sz="quarter" idx="13"/>
          </p:nvPr>
        </p:nvSpPr>
        <p:spPr>
          <a:xfrm>
            <a:off x="1200466" y="2205039"/>
            <a:ext cx="4416517" cy="3960812"/>
          </a:xfrm>
        </p:spPr>
        <p:txBody>
          <a:bodyPr/>
          <a:lstStyle>
            <a:lvl5pPr>
              <a:defRPr/>
            </a:lvl5pPr>
            <a:lvl6pPr>
              <a:buAutoNum type="arabicPeriod"/>
              <a:defRPr/>
            </a:lvl6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 dirty="0"/>
          </a:p>
        </p:txBody>
      </p:sp>
      <p:sp>
        <p:nvSpPr>
          <p:cNvPr id="12" name="Inhaltsplatzhalter 11"/>
          <p:cNvSpPr>
            <a:spLocks noGrp="1"/>
          </p:cNvSpPr>
          <p:nvPr>
            <p:ph sz="quarter" idx="14"/>
          </p:nvPr>
        </p:nvSpPr>
        <p:spPr>
          <a:xfrm>
            <a:off x="5809649" y="2205039"/>
            <a:ext cx="4416517" cy="3960812"/>
          </a:xfrm>
        </p:spPr>
        <p:txBody>
          <a:bodyPr/>
          <a:lstStyle>
            <a:lvl5pPr>
              <a:defRPr/>
            </a:lvl5pPr>
            <a:lvl6pPr>
              <a:buAutoNum type="arabicPeriod"/>
              <a:defRPr/>
            </a:lvl6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2697437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 - Text und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e-DE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FDPG Dataportal | Julian Gründner | 08.07.2025</a:t>
            </a:r>
            <a:endParaRPr lang="de-DE" dirty="0"/>
          </a:p>
        </p:txBody>
      </p:sp>
      <p:sp>
        <p:nvSpPr>
          <p:cNvPr id="8" name="Foliennummernplatzhalt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 noProof="0" dirty="0"/>
              <a:t>Seite </a:t>
            </a:r>
            <a:fld id="{58FA38BC-A049-40DE-8A36-69D83E2CCE55}" type="slidenum">
              <a:rPr lang="de-DE" noProof="0" smtClean="0"/>
              <a:pPr/>
              <a:t>‹#›</a:t>
            </a:fld>
            <a:endParaRPr lang="de-DE" noProof="0" dirty="0"/>
          </a:p>
        </p:txBody>
      </p:sp>
      <p:sp>
        <p:nvSpPr>
          <p:cNvPr id="10" name="Inhaltsplatzhalter 9"/>
          <p:cNvSpPr>
            <a:spLocks noGrp="1"/>
          </p:cNvSpPr>
          <p:nvPr>
            <p:ph sz="quarter" idx="13"/>
          </p:nvPr>
        </p:nvSpPr>
        <p:spPr>
          <a:xfrm>
            <a:off x="1200466" y="2205039"/>
            <a:ext cx="4416517" cy="3960812"/>
          </a:xfrm>
        </p:spPr>
        <p:txBody>
          <a:bodyPr/>
          <a:lstStyle>
            <a:lvl5pPr>
              <a:defRPr/>
            </a:lvl5pPr>
            <a:lvl6pPr>
              <a:buAutoNum type="arabicPeriod"/>
              <a:defRPr/>
            </a:lvl6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sz="quarter" idx="14"/>
          </p:nvPr>
        </p:nvSpPr>
        <p:spPr>
          <a:xfrm>
            <a:off x="5809649" y="2205039"/>
            <a:ext cx="4416517" cy="3960812"/>
          </a:xfrm>
          <a:solidFill>
            <a:schemeClr val="accent5">
              <a:lumMod val="40000"/>
              <a:lumOff val="60000"/>
            </a:schemeClr>
          </a:solidFill>
        </p:spPr>
        <p:txBody>
          <a:bodyPr lIns="216000" tIns="216000" rIns="216000" bIns="216000"/>
          <a:lstStyle>
            <a:lvl1pPr>
              <a:spcAft>
                <a:spcPts val="1200"/>
              </a:spcAft>
              <a:defRPr b="1"/>
            </a:lvl1pPr>
            <a:lvl2pPr>
              <a:spcAft>
                <a:spcPts val="0"/>
              </a:spcAft>
              <a:defRPr sz="1600" b="0"/>
            </a:lvl2pPr>
            <a:lvl3pPr marL="252000" indent="-252000">
              <a:spcBef>
                <a:spcPts val="0"/>
              </a:spcBef>
              <a:spcAft>
                <a:spcPts val="0"/>
              </a:spcAft>
              <a:defRPr sz="1600"/>
            </a:lvl3pPr>
            <a:lvl4pPr marL="504000" indent="-252000">
              <a:spcBef>
                <a:spcPts val="0"/>
              </a:spcBef>
              <a:spcAft>
                <a:spcPts val="0"/>
              </a:spcAft>
              <a:defRPr/>
            </a:lvl4pPr>
            <a:lvl5pPr marL="756000" indent="-252000">
              <a:spcBef>
                <a:spcPts val="0"/>
              </a:spcBef>
              <a:spcAft>
                <a:spcPts val="0"/>
              </a:spcAft>
              <a:defRPr sz="1600"/>
            </a:lvl5pPr>
            <a:lvl6pPr marL="0" indent="-252000">
              <a:spcBef>
                <a:spcPts val="0"/>
              </a:spcBef>
              <a:spcAft>
                <a:spcPts val="0"/>
              </a:spcAft>
              <a:buAutoNum type="arabicPeriod"/>
              <a:defRPr sz="1600" baseline="0"/>
            </a:lvl6pPr>
            <a:lvl7pPr marL="504000" indent="-252000">
              <a:spcBef>
                <a:spcPts val="0"/>
              </a:spcBef>
              <a:spcAft>
                <a:spcPts val="0"/>
              </a:spcAft>
              <a:defRPr sz="1600" baseline="0"/>
            </a:lvl7pPr>
            <a:lvl8pPr marL="756000" indent="-252000">
              <a:spcBef>
                <a:spcPts val="0"/>
              </a:spcBef>
              <a:spcAft>
                <a:spcPts val="0"/>
              </a:spcAft>
              <a:defRPr sz="1600"/>
            </a:lvl8pPr>
            <a:lvl9pPr>
              <a:spcBef>
                <a:spcPts val="0"/>
              </a:spcBef>
              <a:spcAft>
                <a:spcPts val="0"/>
              </a:spcAft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2185138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extfeld bre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200465" y="1484784"/>
            <a:ext cx="10563227" cy="576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1200465" y="2204865"/>
            <a:ext cx="10563227" cy="3960987"/>
          </a:xfrm>
        </p:spPr>
        <p:txBody>
          <a:bodyPr/>
          <a:lstStyle>
            <a:lvl1pPr>
              <a:defRPr sz="2000" b="0"/>
            </a:lvl1pPr>
            <a:lvl2pPr>
              <a:defRPr sz="2400" b="1"/>
            </a:lvl2pPr>
            <a:lvl5pPr>
              <a:defRPr/>
            </a:lvl5pPr>
            <a:lvl6pPr>
              <a:buAutoNum type="arabicPeriod"/>
              <a:defRPr/>
            </a:lvl6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FDPG Dataportal | Julian Gründner | 08.07.2025</a:t>
            </a:r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 noProof="0" dirty="0"/>
              <a:t>Seite </a:t>
            </a:r>
            <a:fld id="{58FA38BC-A049-40DE-8A36-69D83E2CCE55}" type="slidenum">
              <a:rPr lang="de-DE" noProof="0" smtClean="0"/>
              <a:pPr/>
              <a:t>‹#›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7225132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luß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/>
              <a:t>FDPG Dataportal | Julian Gründner | 08.07.2025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de-DE" dirty="0"/>
              <a:t>Seite </a:t>
            </a:r>
            <a:fld id="{58FA38BC-A049-40DE-8A36-69D83E2CCE55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sz="quarter" idx="12"/>
          </p:nvPr>
        </p:nvSpPr>
        <p:spPr>
          <a:xfrm>
            <a:off x="1200463" y="1484315"/>
            <a:ext cx="9025699" cy="468153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891081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763852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1200465" y="1484784"/>
            <a:ext cx="9025699" cy="576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 noProof="0" dirty="0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1200465" y="2204865"/>
            <a:ext cx="9025699" cy="396098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noProof="0" dirty="0"/>
              <a:t>Textmasterformat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r>
              <a:rPr lang="de-DE" noProof="0" dirty="0"/>
              <a:t>Vierte Ebene</a:t>
            </a:r>
          </a:p>
          <a:p>
            <a:pPr lvl="4"/>
            <a:r>
              <a:rPr lang="de-DE" noProof="0" dirty="0"/>
              <a:t>Fünfte Ebene</a:t>
            </a:r>
          </a:p>
          <a:p>
            <a:pPr lvl="5"/>
            <a:r>
              <a:rPr lang="de-DE" noProof="0" dirty="0"/>
              <a:t>Sechste Ebene</a:t>
            </a:r>
          </a:p>
          <a:p>
            <a:pPr lvl="6"/>
            <a:r>
              <a:rPr lang="de-DE" noProof="0" dirty="0"/>
              <a:t>Siebente Ebene</a:t>
            </a:r>
          </a:p>
          <a:p>
            <a:pPr lvl="7"/>
            <a:r>
              <a:rPr lang="de-DE" noProof="0" dirty="0"/>
              <a:t>Achte Ebene</a:t>
            </a:r>
          </a:p>
          <a:p>
            <a:pPr lvl="8"/>
            <a:r>
              <a:rPr lang="de-DE" noProof="0" dirty="0"/>
              <a:t>Neunte Ebene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31483" y="6453335"/>
            <a:ext cx="9794681" cy="241300"/>
          </a:xfrm>
          <a:prstGeom prst="rect">
            <a:avLst/>
          </a:prstGeom>
        </p:spPr>
        <p:txBody>
          <a:bodyPr vert="horz" lIns="0" tIns="36000" rIns="0" bIns="0" rtlCol="0" anchor="t" anchorCtr="0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de-DE"/>
              <a:t>FDPG Dataportal | Julian Gründner | 08.07.2025</a:t>
            </a:r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0885575" y="6453338"/>
            <a:ext cx="878117" cy="241299"/>
          </a:xfrm>
          <a:prstGeom prst="rect">
            <a:avLst/>
          </a:prstGeom>
        </p:spPr>
        <p:txBody>
          <a:bodyPr vert="horz" lIns="0" tIns="36000" rIns="0" bIns="0" rtlCol="0" anchor="t" anchorCtr="0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Seite </a:t>
            </a:r>
            <a:fld id="{58FA38BC-A049-40DE-8A36-69D83E2CCE55}" type="slidenum">
              <a:rPr lang="de-DE" smtClean="0"/>
              <a:pPr/>
              <a:t>‹#›</a:t>
            </a:fld>
            <a:endParaRPr lang="de-DE" dirty="0"/>
          </a:p>
        </p:txBody>
      </p:sp>
      <p:cxnSp>
        <p:nvCxnSpPr>
          <p:cNvPr id="19" name="ToolBarVLine_ght Connector 13_774740100"/>
          <p:cNvCxnSpPr/>
          <p:nvPr/>
        </p:nvCxnSpPr>
        <p:spPr>
          <a:xfrm>
            <a:off x="1200312" y="1196752"/>
            <a:ext cx="10994863" cy="0"/>
          </a:xfrm>
          <a:prstGeom prst="line">
            <a:avLst/>
          </a:prstGeom>
          <a:ln w="127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ToolBarVLine_ght Connector 20_301948011"/>
          <p:cNvCxnSpPr/>
          <p:nvPr/>
        </p:nvCxnSpPr>
        <p:spPr>
          <a:xfrm>
            <a:off x="0" y="6264000"/>
            <a:ext cx="12195175" cy="0"/>
          </a:xfrm>
          <a:prstGeom prst="line">
            <a:avLst/>
          </a:prstGeom>
          <a:ln w="127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hteck 10"/>
          <p:cNvSpPr/>
          <p:nvPr/>
        </p:nvSpPr>
        <p:spPr>
          <a:xfrm>
            <a:off x="10226166" y="2"/>
            <a:ext cx="1536900" cy="1536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>
              <a:solidFill>
                <a:schemeClr val="accent1"/>
              </a:solidFill>
            </a:endParaRPr>
          </a:p>
        </p:txBody>
      </p:sp>
      <p:pic>
        <p:nvPicPr>
          <p:cNvPr id="12" name="Grafik 11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6356" y="289421"/>
            <a:ext cx="1236519" cy="810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67480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9" r:id="rId4"/>
    <p:sldLayoutId id="2147483664" r:id="rId5"/>
    <p:sldLayoutId id="2147483661" r:id="rId6"/>
    <p:sldLayoutId id="2147483655" r:id="rId7"/>
  </p:sldLayoutIdLst>
  <p:hf sldNum="0" hdr="0" dt="0"/>
  <p:txStyles>
    <p:titleStyle>
      <a:lvl1pPr algn="l" defTabSz="914400" rtl="0" eaLnBrk="1" latinLnBrk="0" hangingPunct="1">
        <a:spcBef>
          <a:spcPct val="0"/>
        </a:spcBef>
        <a:buNone/>
        <a:defRPr sz="2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spcBef>
          <a:spcPts val="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24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324000" indent="-32400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accent1"/>
        </a:buClr>
        <a:buSzPct val="75000"/>
        <a:buFont typeface="Wingdings 3" panose="05040102010807070707" pitchFamily="18" charset="2"/>
        <a:buChar char="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648000" indent="-324000" algn="l" defTabSz="914400" rtl="0" eaLnBrk="1" latinLnBrk="0" hangingPunct="1">
        <a:spcBef>
          <a:spcPts val="0"/>
        </a:spcBef>
        <a:spcAft>
          <a:spcPts val="0"/>
        </a:spcAft>
        <a:buClr>
          <a:schemeClr val="accent1"/>
        </a:buClr>
        <a:buSzPct val="75000"/>
        <a:buFont typeface="Wingdings 3" panose="05040102010807070707" pitchFamily="18" charset="2"/>
        <a:buChar char="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972000" indent="-324000" algn="l" defTabSz="914400" rtl="0" eaLnBrk="1" latinLnBrk="0" hangingPunct="1">
        <a:spcBef>
          <a:spcPts val="0"/>
        </a:spcBef>
        <a:spcAft>
          <a:spcPts val="0"/>
        </a:spcAft>
        <a:buClr>
          <a:schemeClr val="accent1"/>
        </a:buClr>
        <a:buFont typeface="Calibri" panose="020F050202020403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324000" indent="-324000" algn="l" defTabSz="914400" rtl="0" eaLnBrk="1" latinLnBrk="0" hangingPunct="1">
        <a:spcBef>
          <a:spcPts val="300"/>
        </a:spcBef>
        <a:spcAft>
          <a:spcPts val="300"/>
        </a:spcAft>
        <a:buClr>
          <a:schemeClr val="accent1"/>
        </a:buClr>
        <a:buFont typeface="+mj-lt"/>
        <a:buAutoNum type="arabicPeriod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648000" indent="-324000" algn="l" defTabSz="914400" rtl="0" eaLnBrk="1" latinLnBrk="0" hangingPunct="1">
        <a:spcBef>
          <a:spcPts val="0"/>
        </a:spcBef>
        <a:spcAft>
          <a:spcPts val="0"/>
        </a:spcAft>
        <a:buClr>
          <a:schemeClr val="accent1"/>
        </a:buClr>
        <a:buFont typeface="+mj-lt"/>
        <a:buAutoNum type="arabicPeriod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972000" indent="-324000" algn="l" defTabSz="914400" rtl="0" eaLnBrk="1" latinLnBrk="0" hangingPunct="1">
        <a:spcBef>
          <a:spcPts val="0"/>
        </a:spcBef>
        <a:buClr>
          <a:schemeClr val="accent1"/>
        </a:buClr>
        <a:buSzPct val="100000"/>
        <a:buFont typeface="Calibri" panose="020F050202020403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spcBef>
          <a:spcPts val="6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/>
          <p:cNvSpPr>
            <a:spLocks noGrp="1"/>
          </p:cNvSpPr>
          <p:nvPr>
            <p:ph type="ctrTitle"/>
          </p:nvPr>
        </p:nvSpPr>
        <p:spPr>
          <a:xfrm>
            <a:off x="1200465" y="1772816"/>
            <a:ext cx="9025699" cy="1224136"/>
          </a:xfrm>
        </p:spPr>
        <p:txBody>
          <a:bodyPr/>
          <a:lstStyle/>
          <a:p>
            <a:r>
              <a:rPr lang="de-DE" dirty="0"/>
              <a:t>FDPG DUP </a:t>
            </a:r>
            <a:r>
              <a:rPr lang="de-DE" dirty="0" err="1"/>
              <a:t>pipeline</a:t>
            </a:r>
            <a:r>
              <a:rPr lang="de-DE" dirty="0"/>
              <a:t> </a:t>
            </a:r>
            <a:r>
              <a:rPr lang="de-DE" dirty="0" err="1"/>
              <a:t>analysis</a:t>
            </a:r>
            <a:r>
              <a:rPr lang="de-DE" dirty="0"/>
              <a:t> </a:t>
            </a:r>
            <a:r>
              <a:rPr lang="de-DE" dirty="0" err="1"/>
              <a:t>example</a:t>
            </a:r>
            <a:endParaRPr lang="de-DE" dirty="0"/>
          </a:p>
        </p:txBody>
      </p:sp>
      <p:sp>
        <p:nvSpPr>
          <p:cNvPr id="7" name="Untertitel 6"/>
          <p:cNvSpPr>
            <a:spLocks noGrp="1"/>
          </p:cNvSpPr>
          <p:nvPr>
            <p:ph type="subTitle" idx="1"/>
          </p:nvPr>
        </p:nvSpPr>
        <p:spPr>
          <a:xfrm>
            <a:off x="1200465" y="3429000"/>
            <a:ext cx="9025700" cy="2808000"/>
          </a:xfrm>
        </p:spPr>
        <p:txBody>
          <a:bodyPr/>
          <a:lstStyle/>
          <a:p>
            <a:pPr lvl="1"/>
            <a:r>
              <a:rPr lang="de-DE" dirty="0"/>
              <a:t>Julian </a:t>
            </a:r>
            <a:r>
              <a:rPr lang="de-DE" dirty="0" err="1"/>
              <a:t>Gründner</a:t>
            </a:r>
            <a:endParaRPr lang="de-DE" dirty="0"/>
          </a:p>
          <a:p>
            <a:r>
              <a:rPr lang="de-DE" dirty="0"/>
              <a:t>Lehrstuhl für medizinische Informatik Erlangen (FAU)</a:t>
            </a:r>
          </a:p>
        </p:txBody>
      </p:sp>
    </p:spTree>
    <p:extLst>
      <p:ext uri="{BB962C8B-B14F-4D97-AF65-F5344CB8AC3E}">
        <p14:creationId xmlns:p14="http://schemas.microsoft.com/office/powerpoint/2010/main" val="335739925"/>
      </p:ext>
    </p:extLst>
  </p:cSld>
  <p:clrMapOvr>
    <a:masterClrMapping/>
  </p:clrMapOvr>
</p:sld>
</file>

<file path=ppt/theme/theme1.xml><?xml version="1.0" encoding="utf-8"?>
<a:theme xmlns:a="http://schemas.openxmlformats.org/drawingml/2006/main" name="PPT-Vorlage_MII_mit-TMF_deutsch_16-9">
  <a:themeElements>
    <a:clrScheme name="TMF MII Farben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8FB17A"/>
      </a:accent1>
      <a:accent2>
        <a:srgbClr val="72929B"/>
      </a:accent2>
      <a:accent3>
        <a:srgbClr val="93C11A"/>
      </a:accent3>
      <a:accent4>
        <a:srgbClr val="5B78AF"/>
      </a:accent4>
      <a:accent5>
        <a:srgbClr val="67717F"/>
      </a:accent5>
      <a:accent6>
        <a:srgbClr val="5F5F5F"/>
      </a:accent6>
      <a:hlink>
        <a:srgbClr val="5F5F5F"/>
      </a:hlink>
      <a:folHlink>
        <a:srgbClr val="919191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PT-Vorlage_MII_16-9.pptx" id="{4BDEAA2D-3FB7-4EDF-9317-56658D570864}" vid="{71345CF5-15F2-486B-BBB4-B61739154544}"/>
    </a:ext>
  </a:extLst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emerkung xmlns="4708a3f2-5bf3-4190-993e-21156710ef77" xsi:nil="true"/>
    <_dlc_DocId xmlns="15b42a90-06dd-4669-ae82-892e5974bb2f">TMFEV-1579914123-40</_dlc_DocId>
    <_dlc_DocIdUrl xmlns="15b42a90-06dd-4669-ae82-892e5974bb2f">
      <Url>https://tmfev.sharepoint.com/sites/tmf/mi-i/_layouts/15/DocIdRedir.aspx?ID=TMFEV-1579914123-40</Url>
      <Description>TMFEV-1579914123-40</Description>
    </_dlc_DocIdUrl>
  </documentManagement>
</p:properties>
</file>

<file path=customXml/item3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8C4BDA806938B14A9FB888E39B64CD3C" ma:contentTypeVersion="6" ma:contentTypeDescription="Ein neues Dokument erstellen." ma:contentTypeScope="" ma:versionID="3e641907c51b8b6416fd480d165c6602">
  <xsd:schema xmlns:xsd="http://www.w3.org/2001/XMLSchema" xmlns:xs="http://www.w3.org/2001/XMLSchema" xmlns:p="http://schemas.microsoft.com/office/2006/metadata/properties" xmlns:ns2="15b42a90-06dd-4669-ae82-892e5974bb2f" xmlns:ns3="4708a3f2-5bf3-4190-993e-21156710ef77" targetNamespace="http://schemas.microsoft.com/office/2006/metadata/properties" ma:root="true" ma:fieldsID="26eac590aa7957440c22477eda9609a4" ns2:_="" ns3:_="">
    <xsd:import namespace="15b42a90-06dd-4669-ae82-892e5974bb2f"/>
    <xsd:import namespace="4708a3f2-5bf3-4190-993e-21156710ef77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Bemerkung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5b42a90-06dd-4669-ae82-892e5974bb2f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Wert der Dokument-ID" ma:description="Der Wert der diesem Element zugewiesenen Dokument-ID." ma:internalName="_dlc_DocId" ma:readOnly="true">
      <xsd:simpleType>
        <xsd:restriction base="dms:Text"/>
      </xsd:simpleType>
    </xsd:element>
    <xsd:element name="_dlc_DocIdUrl" ma:index="9" nillable="true" ma:displayName="Dokument-ID" ma:description="Permanenter Hyperlink zu diesem Dok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708a3f2-5bf3-4190-993e-21156710ef77" elementFormDefault="qualified">
    <xsd:import namespace="http://schemas.microsoft.com/office/2006/documentManagement/types"/>
    <xsd:import namespace="http://schemas.microsoft.com/office/infopath/2007/PartnerControls"/>
    <xsd:element name="Bemerkung" ma:index="11" nillable="true" ma:displayName="Bemerkung" ma:internalName="Bemerkung">
      <xsd:simpleType>
        <xsd:restriction base="dms:Note">
          <xsd:maxLength value="255"/>
        </xsd:restriction>
      </xsd:simpleType>
    </xsd:element>
    <xsd:element name="MediaServiceMetadata" ma:index="12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5" nillable="true" ma:displayName="MediaServiceAuto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929C1F5-0F12-4D00-A468-84899E65812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70900CF-AD50-4317-AB29-0409CEAD35A9}">
  <ds:schemaRefs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4708a3f2-5bf3-4190-993e-21156710ef77"/>
    <ds:schemaRef ds:uri="15b42a90-06dd-4669-ae82-892e5974bb2f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D33159EE-1BF1-4F8F-A4B6-EDBB262728B7}">
  <ds:schemaRefs>
    <ds:schemaRef ds:uri="http://schemas.microsoft.com/sharepoint/events"/>
  </ds:schemaRefs>
</ds:datastoreItem>
</file>

<file path=customXml/itemProps4.xml><?xml version="1.0" encoding="utf-8"?>
<ds:datastoreItem xmlns:ds="http://schemas.openxmlformats.org/officeDocument/2006/customXml" ds:itemID="{3D3AF945-29C6-4DDB-84AE-ED590980DE6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5b42a90-06dd-4669-ae82-892e5974bb2f"/>
    <ds:schemaRef ds:uri="4708a3f2-5bf3-4190-993e-21156710ef7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PPT-Vorlage_MII_mit-TMF_deutsch_16-9</Template>
  <TotalTime>3305</TotalTime>
  <Words>15</Words>
  <Application>Microsoft Macintosh PowerPoint</Application>
  <PresentationFormat>Custom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Wingdings 3</vt:lpstr>
      <vt:lpstr>PPT-Vorlage_MII_mit-TMF_deutsch_16-9</vt:lpstr>
      <vt:lpstr>FDPG DUP pipeline analysis example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Titel</dc:title>
  <dc:creator>pi19vypi</dc:creator>
  <dc:description>PowerPoint Präsentationsvorlage | Office 2010;_x000d_
Version 001;_x000d_
2018-01-24;</dc:description>
  <cp:lastModifiedBy>Gründner, Julian</cp:lastModifiedBy>
  <cp:revision>494</cp:revision>
  <cp:lastPrinted>2016-02-04T15:00:23Z</cp:lastPrinted>
  <dcterms:created xsi:type="dcterms:W3CDTF">2022-02-24T15:59:21Z</dcterms:created>
  <dcterms:modified xsi:type="dcterms:W3CDTF">2026-09-25T11:52:02Z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Erstellt von">
    <vt:lpwstr>TMF</vt:lpwstr>
  </property>
  <property fmtid="{D5CDD505-2E9C-101B-9397-08002B2CF9AE}" pid="3" name="Erstellt am">
    <vt:lpwstr>2018-01-24</vt:lpwstr>
  </property>
  <property fmtid="{D5CDD505-2E9C-101B-9397-08002B2CF9AE}" pid="4" name="Bearbeiter">
    <vt:lpwstr>gadamovich | office implementation</vt:lpwstr>
  </property>
  <property fmtid="{D5CDD505-2E9C-101B-9397-08002B2CF9AE}" pid="5" name="Version">
    <vt:lpwstr>001</vt:lpwstr>
  </property>
  <property fmtid="{D5CDD505-2E9C-101B-9397-08002B2CF9AE}" pid="6" name="Version vom">
    <vt:lpwstr>2018-01-24</vt:lpwstr>
  </property>
  <property fmtid="{D5CDD505-2E9C-101B-9397-08002B2CF9AE}" pid="7" name="ContentTypeId">
    <vt:lpwstr>0x0101008C4BDA806938B14A9FB888E39B64CD3C</vt:lpwstr>
  </property>
  <property fmtid="{D5CDD505-2E9C-101B-9397-08002B2CF9AE}" pid="8" name="_dlc_DocIdItemGuid">
    <vt:lpwstr>83eb76be-6878-40a4-b8f2-24d050377409</vt:lpwstr>
  </property>
</Properties>
</file>